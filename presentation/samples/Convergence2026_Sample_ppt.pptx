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y="10287000" cx="1828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4" roundtripDataSignature="AMtx7mg9cu6Lkf9jil3XjXGRhGL9tqQpO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8651D28-AE41-4650-9D3B-42A54BF3D4CE}">
  <a:tblStyle styleId="{78651D28-AE41-4650-9D3B-42A54BF3D4CE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4" Type="http://customschemas.google.com/relationships/presentationmetadata" Target="meta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0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2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2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3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3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4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4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4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6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6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6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7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7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7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8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9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2.png"/><Relationship Id="rId7" Type="http://schemas.openxmlformats.org/officeDocument/2006/relationships/image" Target="../media/image1.png"/><Relationship Id="rId8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"/>
          <p:cNvGrpSpPr/>
          <p:nvPr/>
        </p:nvGrpSpPr>
        <p:grpSpPr>
          <a:xfrm>
            <a:off x="-610458" y="-144661"/>
            <a:ext cx="17506245" cy="285164"/>
            <a:chOff x="0" y="-38100"/>
            <a:chExt cx="4610698" cy="75105"/>
          </a:xfrm>
        </p:grpSpPr>
        <p:sp>
          <p:nvSpPr>
            <p:cNvPr id="85" name="Google Shape;85;p1"/>
            <p:cNvSpPr/>
            <p:nvPr/>
          </p:nvSpPr>
          <p:spPr>
            <a:xfrm>
              <a:off x="0" y="0"/>
              <a:ext cx="4610698" cy="37005"/>
            </a:xfrm>
            <a:custGeom>
              <a:rect b="b" l="l" r="r" t="t"/>
              <a:pathLst>
                <a:path extrusionOk="0" h="37005" w="4610698">
                  <a:moveTo>
                    <a:pt x="0" y="0"/>
                  </a:moveTo>
                  <a:lnTo>
                    <a:pt x="4610698" y="0"/>
                  </a:lnTo>
                  <a:lnTo>
                    <a:pt x="4610698" y="37005"/>
                  </a:lnTo>
                  <a:lnTo>
                    <a:pt x="0" y="37005"/>
                  </a:lnTo>
                  <a:close/>
                </a:path>
              </a:pathLst>
            </a:custGeom>
            <a:solidFill>
              <a:srgbClr val="2969A5"/>
            </a:solidFill>
            <a:ln>
              <a:noFill/>
            </a:ln>
          </p:spPr>
        </p:sp>
        <p:sp>
          <p:nvSpPr>
            <p:cNvPr id="86" name="Google Shape;86;p1"/>
            <p:cNvSpPr txBox="1"/>
            <p:nvPr/>
          </p:nvSpPr>
          <p:spPr>
            <a:xfrm>
              <a:off x="0" y="-38100"/>
              <a:ext cx="4610698" cy="751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7" name="Google Shape;87;p1"/>
          <p:cNvGrpSpPr/>
          <p:nvPr/>
        </p:nvGrpSpPr>
        <p:grpSpPr>
          <a:xfrm rot="5400000">
            <a:off x="13957604" y="5706420"/>
            <a:ext cx="8658933" cy="316608"/>
            <a:chOff x="0" y="-38100"/>
            <a:chExt cx="2280542" cy="83387"/>
          </a:xfrm>
        </p:grpSpPr>
        <p:sp>
          <p:nvSpPr>
            <p:cNvPr id="88" name="Google Shape;88;p1"/>
            <p:cNvSpPr/>
            <p:nvPr/>
          </p:nvSpPr>
          <p:spPr>
            <a:xfrm>
              <a:off x="0" y="0"/>
              <a:ext cx="2280542" cy="45287"/>
            </a:xfrm>
            <a:custGeom>
              <a:rect b="b" l="l" r="r" t="t"/>
              <a:pathLst>
                <a:path extrusionOk="0" h="45287" w="2280542">
                  <a:moveTo>
                    <a:pt x="0" y="0"/>
                  </a:moveTo>
                  <a:lnTo>
                    <a:pt x="2280542" y="0"/>
                  </a:lnTo>
                  <a:lnTo>
                    <a:pt x="2280542" y="45287"/>
                  </a:lnTo>
                  <a:lnTo>
                    <a:pt x="0" y="45287"/>
                  </a:lnTo>
                  <a:close/>
                </a:path>
              </a:pathLst>
            </a:custGeom>
            <a:solidFill>
              <a:srgbClr val="FFC350"/>
            </a:solidFill>
            <a:ln>
              <a:noFill/>
            </a:ln>
          </p:spPr>
        </p:sp>
        <p:sp>
          <p:nvSpPr>
            <p:cNvPr id="89" name="Google Shape;89;p1"/>
            <p:cNvSpPr txBox="1"/>
            <p:nvPr/>
          </p:nvSpPr>
          <p:spPr>
            <a:xfrm>
              <a:off x="0" y="-38100"/>
              <a:ext cx="2280542" cy="833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0" name="Google Shape;90;p1"/>
          <p:cNvSpPr/>
          <p:nvPr/>
        </p:nvSpPr>
        <p:spPr>
          <a:xfrm rot="5400000">
            <a:off x="15503576" y="0"/>
            <a:ext cx="2784424" cy="2784424"/>
          </a:xfrm>
          <a:custGeom>
            <a:rect b="b" l="l" r="r" t="t"/>
            <a:pathLst>
              <a:path extrusionOk="0" h="2784424" w="2784424">
                <a:moveTo>
                  <a:pt x="0" y="0"/>
                </a:moveTo>
                <a:lnTo>
                  <a:pt x="2784424" y="0"/>
                </a:lnTo>
                <a:lnTo>
                  <a:pt x="2784424" y="2784424"/>
                </a:lnTo>
                <a:lnTo>
                  <a:pt x="0" y="27844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91" name="Google Shape;91;p1"/>
          <p:cNvGrpSpPr/>
          <p:nvPr/>
        </p:nvGrpSpPr>
        <p:grpSpPr>
          <a:xfrm rot="5400000">
            <a:off x="-4176827" y="3255840"/>
            <a:ext cx="8658933" cy="305280"/>
            <a:chOff x="0" y="-38100"/>
            <a:chExt cx="2280542" cy="80403"/>
          </a:xfrm>
        </p:grpSpPr>
        <p:sp>
          <p:nvSpPr>
            <p:cNvPr id="92" name="Google Shape;92;p1"/>
            <p:cNvSpPr/>
            <p:nvPr/>
          </p:nvSpPr>
          <p:spPr>
            <a:xfrm>
              <a:off x="0" y="0"/>
              <a:ext cx="2280542" cy="42303"/>
            </a:xfrm>
            <a:custGeom>
              <a:rect b="b" l="l" r="r" t="t"/>
              <a:pathLst>
                <a:path extrusionOk="0" h="42303" w="2280542">
                  <a:moveTo>
                    <a:pt x="0" y="0"/>
                  </a:moveTo>
                  <a:lnTo>
                    <a:pt x="2280542" y="0"/>
                  </a:lnTo>
                  <a:lnTo>
                    <a:pt x="2280542" y="42303"/>
                  </a:lnTo>
                  <a:lnTo>
                    <a:pt x="0" y="42303"/>
                  </a:lnTo>
                  <a:close/>
                </a:path>
              </a:pathLst>
            </a:custGeom>
            <a:solidFill>
              <a:srgbClr val="2969A5"/>
            </a:solidFill>
            <a:ln>
              <a:noFill/>
            </a:ln>
          </p:spPr>
        </p:sp>
        <p:sp>
          <p:nvSpPr>
            <p:cNvPr id="93" name="Google Shape;93;p1"/>
            <p:cNvSpPr txBox="1"/>
            <p:nvPr/>
          </p:nvSpPr>
          <p:spPr>
            <a:xfrm>
              <a:off x="0" y="-38100"/>
              <a:ext cx="2280542" cy="804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4" name="Google Shape;94;p1"/>
          <p:cNvGrpSpPr/>
          <p:nvPr/>
        </p:nvGrpSpPr>
        <p:grpSpPr>
          <a:xfrm>
            <a:off x="781755" y="9981651"/>
            <a:ext cx="17506245" cy="305349"/>
            <a:chOff x="0" y="-38100"/>
            <a:chExt cx="4610698" cy="80421"/>
          </a:xfrm>
        </p:grpSpPr>
        <p:sp>
          <p:nvSpPr>
            <p:cNvPr id="95" name="Google Shape;95;p1"/>
            <p:cNvSpPr/>
            <p:nvPr/>
          </p:nvSpPr>
          <p:spPr>
            <a:xfrm>
              <a:off x="0" y="0"/>
              <a:ext cx="4610698" cy="42321"/>
            </a:xfrm>
            <a:custGeom>
              <a:rect b="b" l="l" r="r" t="t"/>
              <a:pathLst>
                <a:path extrusionOk="0" h="42321" w="4610698">
                  <a:moveTo>
                    <a:pt x="0" y="0"/>
                  </a:moveTo>
                  <a:lnTo>
                    <a:pt x="4610698" y="0"/>
                  </a:lnTo>
                  <a:lnTo>
                    <a:pt x="4610698" y="42321"/>
                  </a:lnTo>
                  <a:lnTo>
                    <a:pt x="0" y="42321"/>
                  </a:lnTo>
                  <a:close/>
                </a:path>
              </a:pathLst>
            </a:custGeom>
            <a:solidFill>
              <a:srgbClr val="FFC350"/>
            </a:solidFill>
            <a:ln>
              <a:noFill/>
            </a:ln>
          </p:spPr>
        </p:sp>
        <p:sp>
          <p:nvSpPr>
            <p:cNvPr id="96" name="Google Shape;96;p1"/>
            <p:cNvSpPr txBox="1"/>
            <p:nvPr/>
          </p:nvSpPr>
          <p:spPr>
            <a:xfrm>
              <a:off x="0" y="-38100"/>
              <a:ext cx="4610698" cy="804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7" name="Google Shape;97;p1"/>
          <p:cNvSpPr/>
          <p:nvPr/>
        </p:nvSpPr>
        <p:spPr>
          <a:xfrm>
            <a:off x="-1005540" y="7307717"/>
            <a:ext cx="2495150" cy="2979283"/>
          </a:xfrm>
          <a:custGeom>
            <a:rect b="b" l="l" r="r" t="t"/>
            <a:pathLst>
              <a:path extrusionOk="0" h="2979283" w="2495150">
                <a:moveTo>
                  <a:pt x="0" y="0"/>
                </a:moveTo>
                <a:lnTo>
                  <a:pt x="2495149" y="0"/>
                </a:lnTo>
                <a:lnTo>
                  <a:pt x="2495149" y="2979283"/>
                </a:lnTo>
                <a:lnTo>
                  <a:pt x="0" y="29792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8" name="Google Shape;98;p1"/>
          <p:cNvSpPr/>
          <p:nvPr/>
        </p:nvSpPr>
        <p:spPr>
          <a:xfrm>
            <a:off x="3577732" y="2266998"/>
            <a:ext cx="11132535" cy="3215196"/>
          </a:xfrm>
          <a:custGeom>
            <a:rect b="b" l="l" r="r" t="t"/>
            <a:pathLst>
              <a:path extrusionOk="0" h="3215196" w="11132535">
                <a:moveTo>
                  <a:pt x="0" y="0"/>
                </a:moveTo>
                <a:lnTo>
                  <a:pt x="11132536" y="0"/>
                </a:lnTo>
                <a:lnTo>
                  <a:pt x="11132536" y="3215196"/>
                </a:lnTo>
                <a:lnTo>
                  <a:pt x="0" y="32151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-2911" t="0"/>
            </a:stretch>
          </a:blipFill>
          <a:ln>
            <a:noFill/>
          </a:ln>
        </p:spPr>
      </p:sp>
      <p:sp>
        <p:nvSpPr>
          <p:cNvPr descr="A black background with a black square  AI-generated content may be incorrect." id="99" name="Google Shape;99;p1"/>
          <p:cNvSpPr/>
          <p:nvPr/>
        </p:nvSpPr>
        <p:spPr>
          <a:xfrm>
            <a:off x="868318" y="517684"/>
            <a:ext cx="5456205" cy="1444551"/>
          </a:xfrm>
          <a:custGeom>
            <a:rect b="b" l="l" r="r" t="t"/>
            <a:pathLst>
              <a:path extrusionOk="0" h="1926069" w="7274941">
                <a:moveTo>
                  <a:pt x="0" y="0"/>
                </a:moveTo>
                <a:lnTo>
                  <a:pt x="7274941" y="0"/>
                </a:lnTo>
                <a:lnTo>
                  <a:pt x="7274941" y="1926069"/>
                </a:lnTo>
                <a:lnTo>
                  <a:pt x="0" y="19260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-3841" l="0" r="0" t="-3844"/>
            </a:stretch>
          </a:blipFill>
          <a:ln>
            <a:noFill/>
          </a:ln>
        </p:spPr>
      </p:sp>
      <p:sp>
        <p:nvSpPr>
          <p:cNvPr id="100" name="Google Shape;100;p1"/>
          <p:cNvSpPr/>
          <p:nvPr/>
        </p:nvSpPr>
        <p:spPr>
          <a:xfrm>
            <a:off x="16149624" y="517684"/>
            <a:ext cx="1273329" cy="1444514"/>
          </a:xfrm>
          <a:custGeom>
            <a:rect b="b" l="l" r="r" t="t"/>
            <a:pathLst>
              <a:path extrusionOk="0" h="1444514" w="1273329">
                <a:moveTo>
                  <a:pt x="0" y="0"/>
                </a:moveTo>
                <a:lnTo>
                  <a:pt x="1273329" y="0"/>
                </a:lnTo>
                <a:lnTo>
                  <a:pt x="1273329" y="1444514"/>
                </a:lnTo>
                <a:lnTo>
                  <a:pt x="0" y="14445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-575230" l="-1218655" r="-81905" t="-19165"/>
            </a:stretch>
          </a:blipFill>
          <a:ln>
            <a:noFill/>
          </a:ln>
        </p:spPr>
      </p:sp>
      <p:sp>
        <p:nvSpPr>
          <p:cNvPr id="101" name="Google Shape;101;p1"/>
          <p:cNvSpPr/>
          <p:nvPr/>
        </p:nvSpPr>
        <p:spPr>
          <a:xfrm>
            <a:off x="2447648" y="6914458"/>
            <a:ext cx="13392703" cy="1958816"/>
          </a:xfrm>
          <a:custGeom>
            <a:rect b="b" l="l" r="r" t="t"/>
            <a:pathLst>
              <a:path extrusionOk="0" h="1958816" w="13392703">
                <a:moveTo>
                  <a:pt x="0" y="0"/>
                </a:moveTo>
                <a:lnTo>
                  <a:pt x="13392704" y="0"/>
                </a:lnTo>
                <a:lnTo>
                  <a:pt x="13392704" y="1958816"/>
                </a:lnTo>
                <a:lnTo>
                  <a:pt x="0" y="195881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-155276" l="-36815" r="-35403" t="-136973"/>
            </a:stretch>
          </a:blipFill>
          <a:ln>
            <a:noFill/>
          </a:ln>
        </p:spPr>
      </p:sp>
      <p:sp>
        <p:nvSpPr>
          <p:cNvPr id="102" name="Google Shape;102;p1"/>
          <p:cNvSpPr txBox="1"/>
          <p:nvPr/>
        </p:nvSpPr>
        <p:spPr>
          <a:xfrm>
            <a:off x="2809437" y="6179048"/>
            <a:ext cx="12669126" cy="7354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70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902" u="none" cap="none" strike="noStrike">
                <a:solidFill>
                  <a:srgbClr val="2F64A7"/>
                </a:solidFill>
                <a:latin typeface="Arial"/>
                <a:ea typeface="Arial"/>
                <a:cs typeface="Arial"/>
                <a:sym typeface="Arial"/>
              </a:rPr>
              <a:t>SOFTWARE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895421" w="1591860">
                <a:moveTo>
                  <a:pt x="0" y="0"/>
                </a:moveTo>
                <a:lnTo>
                  <a:pt x="1591860" y="0"/>
                </a:lnTo>
                <a:lnTo>
                  <a:pt x="1591860" y="895421"/>
                </a:lnTo>
                <a:lnTo>
                  <a:pt x="0" y="895421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8" name="Google Shape;108;p2"/>
          <p:cNvSpPr/>
          <p:nvPr/>
        </p:nvSpPr>
        <p:spPr>
          <a:xfrm>
            <a:off x="8236077" y="384124"/>
            <a:ext cx="6846837" cy="1919516"/>
          </a:xfrm>
          <a:custGeom>
            <a:rect b="b" l="l" r="r" t="t"/>
            <a:pathLst>
              <a:path extrusionOk="0" h="1919516" w="6846837">
                <a:moveTo>
                  <a:pt x="0" y="0"/>
                </a:moveTo>
                <a:lnTo>
                  <a:pt x="6846837" y="0"/>
                </a:lnTo>
                <a:lnTo>
                  <a:pt x="6846837" y="1919516"/>
                </a:lnTo>
                <a:lnTo>
                  <a:pt x="0" y="191951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9" name="Google Shape;109;p2"/>
          <p:cNvSpPr txBox="1"/>
          <p:nvPr/>
        </p:nvSpPr>
        <p:spPr>
          <a:xfrm>
            <a:off x="6810480" y="592860"/>
            <a:ext cx="5763958" cy="617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45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Team Name :</a:t>
            </a:r>
            <a:endParaRPr/>
          </a:p>
        </p:txBody>
      </p:sp>
      <p:sp>
        <p:nvSpPr>
          <p:cNvPr id="110" name="Google Shape;110;p2"/>
          <p:cNvSpPr txBox="1"/>
          <p:nvPr/>
        </p:nvSpPr>
        <p:spPr>
          <a:xfrm>
            <a:off x="6437157" y="1084978"/>
            <a:ext cx="5764320" cy="617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45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Domain :</a:t>
            </a:r>
            <a:endParaRPr/>
          </a:p>
        </p:txBody>
      </p:sp>
      <p:sp>
        <p:nvSpPr>
          <p:cNvPr id="111" name="Google Shape;111;p2"/>
          <p:cNvSpPr txBox="1"/>
          <p:nvPr/>
        </p:nvSpPr>
        <p:spPr>
          <a:xfrm>
            <a:off x="6093000" y="1619941"/>
            <a:ext cx="5765759" cy="617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45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PSID:</a:t>
            </a:r>
            <a:endParaRPr/>
          </a:p>
        </p:txBody>
      </p:sp>
      <p:graphicFrame>
        <p:nvGraphicFramePr>
          <p:cNvPr id="112" name="Google Shape;112;p2"/>
          <p:cNvGraphicFramePr/>
          <p:nvPr/>
        </p:nvGraphicFramePr>
        <p:xfrm>
          <a:off x="990600" y="333533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{78651D28-AE41-4650-9D3B-42A54BF3D4CE}</a:tableStyleId>
              </a:tblPr>
              <a:tblGrid>
                <a:gridCol w="4020200"/>
                <a:gridCol w="4294025"/>
                <a:gridCol w="4294025"/>
                <a:gridCol w="3660450"/>
              </a:tblGrid>
              <a:tr h="1052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3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Role</a:t>
                      </a:r>
                      <a:endParaRPr sz="1100" u="none" cap="none" strike="noStrike"/>
                    </a:p>
                  </a:txBody>
                  <a:tcPr marT="76325" marB="76325" marR="76325" marL="763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3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Name</a:t>
                      </a:r>
                      <a:endParaRPr sz="1100" u="none" cap="none" strike="noStrike"/>
                    </a:p>
                  </a:txBody>
                  <a:tcPr marT="76325" marB="76325" marR="76325" marL="763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3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Phone Number</a:t>
                      </a:r>
                      <a:endParaRPr sz="1100" u="none" cap="none" strike="noStrike"/>
                    </a:p>
                  </a:txBody>
                  <a:tcPr marT="76325" marB="76325" marR="76325" marL="763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3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Roll Number</a:t>
                      </a:r>
                      <a:endParaRPr sz="1100" u="none" cap="none" strike="noStrike"/>
                    </a:p>
                  </a:txBody>
                  <a:tcPr marT="76325" marB="76325" marR="76325" marL="763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47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39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Team Lead</a:t>
                      </a:r>
                      <a:endParaRPr sz="1100" u="none" cap="none" strike="noStrike"/>
                    </a:p>
                  </a:txBody>
                  <a:tcPr marT="76325" marB="76325" marR="76325" marL="763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263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76325" marB="76325" marR="76325" marL="763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263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76325" marB="76325" marR="76325" marL="763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263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76325" marB="76325" marR="76325" marL="763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49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39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Team Member 1</a:t>
                      </a:r>
                      <a:endParaRPr sz="1100" u="none" cap="none" strike="noStrike"/>
                    </a:p>
                  </a:txBody>
                  <a:tcPr marT="76325" marB="76325" marR="76325" marL="763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263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76325" marB="76325" marR="76325" marL="763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263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76325" marB="76325" marR="76325" marL="763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263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76325" marB="76325" marR="76325" marL="763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47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39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Team Member 2</a:t>
                      </a:r>
                      <a:endParaRPr sz="1100" u="none" cap="none" strike="noStrike"/>
                    </a:p>
                  </a:txBody>
                  <a:tcPr marT="76325" marB="76325" marR="76325" marL="763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263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76325" marB="76325" marR="76325" marL="763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263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76325" marB="76325" marR="76325" marL="763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263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76325" marB="76325" marR="76325" marL="763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48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39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Team Member 3</a:t>
                      </a:r>
                      <a:endParaRPr sz="1100" u="none" cap="none" strike="noStrike"/>
                    </a:p>
                  </a:txBody>
                  <a:tcPr marT="76325" marB="76325" marR="76325" marL="763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263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76325" marB="76325" marR="76325" marL="763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263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76325" marB="76325" marR="76325" marL="763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263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76325" marB="76325" marR="76325" marL="763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descr="A black background with a black square  AI-generated content may be incorrect." id="113" name="Google Shape;113;p2"/>
          <p:cNvSpPr/>
          <p:nvPr/>
        </p:nvSpPr>
        <p:spPr>
          <a:xfrm>
            <a:off x="868318" y="517684"/>
            <a:ext cx="5456205" cy="1444551"/>
          </a:xfrm>
          <a:custGeom>
            <a:rect b="b" l="l" r="r" t="t"/>
            <a:pathLst>
              <a:path extrusionOk="0" h="1926069" w="7274941">
                <a:moveTo>
                  <a:pt x="0" y="0"/>
                </a:moveTo>
                <a:lnTo>
                  <a:pt x="7274941" y="0"/>
                </a:lnTo>
                <a:lnTo>
                  <a:pt x="7274941" y="1926069"/>
                </a:lnTo>
                <a:lnTo>
                  <a:pt x="0" y="19260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3841" l="0" r="0" t="-3844"/>
            </a:stretch>
          </a:blipFill>
          <a:ln>
            <a:noFill/>
          </a:ln>
        </p:spPr>
      </p:sp>
      <p:sp>
        <p:nvSpPr>
          <p:cNvPr id="114" name="Google Shape;114;p2"/>
          <p:cNvSpPr/>
          <p:nvPr/>
        </p:nvSpPr>
        <p:spPr>
          <a:xfrm>
            <a:off x="16149624" y="517684"/>
            <a:ext cx="1273329" cy="1444514"/>
          </a:xfrm>
          <a:custGeom>
            <a:rect b="b" l="l" r="r" t="t"/>
            <a:pathLst>
              <a:path extrusionOk="0" h="1444514" w="1273329">
                <a:moveTo>
                  <a:pt x="0" y="0"/>
                </a:moveTo>
                <a:lnTo>
                  <a:pt x="1273329" y="0"/>
                </a:lnTo>
                <a:lnTo>
                  <a:pt x="1273329" y="1444514"/>
                </a:lnTo>
                <a:lnTo>
                  <a:pt x="0" y="14445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-575230" l="-1218655" r="-81905" t="-19165"/>
            </a:stretch>
          </a:blipFill>
          <a:ln>
            <a:noFill/>
          </a:ln>
        </p:spPr>
      </p:sp>
      <p:sp>
        <p:nvSpPr>
          <p:cNvPr id="115" name="Google Shape;115;p2"/>
          <p:cNvSpPr txBox="1"/>
          <p:nvPr/>
        </p:nvSpPr>
        <p:spPr>
          <a:xfrm>
            <a:off x="990600" y="2363530"/>
            <a:ext cx="4745164" cy="873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24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Team Details</a:t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FFE9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895421" w="1591860">
                <a:moveTo>
                  <a:pt x="0" y="0"/>
                </a:moveTo>
                <a:lnTo>
                  <a:pt x="1591860" y="0"/>
                </a:lnTo>
                <a:lnTo>
                  <a:pt x="1591860" y="895421"/>
                </a:lnTo>
                <a:lnTo>
                  <a:pt x="0" y="895421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1" name="Google Shape;121;p3"/>
          <p:cNvSpPr/>
          <p:nvPr/>
        </p:nvSpPr>
        <p:spPr>
          <a:xfrm>
            <a:off x="15808319" y="403203"/>
            <a:ext cx="1451134" cy="1449324"/>
          </a:xfrm>
          <a:custGeom>
            <a:rect b="b" l="l" r="r" t="t"/>
            <a:pathLst>
              <a:path extrusionOk="0" h="1932432" w="1934845">
                <a:moveTo>
                  <a:pt x="0" y="0"/>
                </a:moveTo>
                <a:lnTo>
                  <a:pt x="1934845" y="0"/>
                </a:lnTo>
                <a:lnTo>
                  <a:pt x="1934845" y="1932432"/>
                </a:lnTo>
                <a:lnTo>
                  <a:pt x="0" y="19324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65" l="0" r="-1" t="-61"/>
            </a:stretch>
          </a:blipFill>
          <a:ln>
            <a:noFill/>
          </a:ln>
        </p:spPr>
      </p:sp>
      <p:grpSp>
        <p:nvGrpSpPr>
          <p:cNvPr id="122" name="Google Shape;122;p3"/>
          <p:cNvGrpSpPr/>
          <p:nvPr/>
        </p:nvGrpSpPr>
        <p:grpSpPr>
          <a:xfrm>
            <a:off x="866956" y="427159"/>
            <a:ext cx="15797249" cy="1091725"/>
            <a:chOff x="0" y="-95250"/>
            <a:chExt cx="21063000" cy="1455633"/>
          </a:xfrm>
        </p:grpSpPr>
        <p:sp>
          <p:nvSpPr>
            <p:cNvPr id="123" name="Google Shape;123;p3"/>
            <p:cNvSpPr txBox="1"/>
            <p:nvPr/>
          </p:nvSpPr>
          <p:spPr>
            <a:xfrm>
              <a:off x="0" y="-95250"/>
              <a:ext cx="21062874" cy="9630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212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2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Problem Statement &amp; Understanding</a:t>
              </a:r>
              <a:endParaRPr/>
            </a:p>
          </p:txBody>
        </p:sp>
        <p:sp>
          <p:nvSpPr>
            <p:cNvPr id="124" name="Google Shape;124;p3"/>
            <p:cNvSpPr txBox="1"/>
            <p:nvPr/>
          </p:nvSpPr>
          <p:spPr>
            <a:xfrm>
              <a:off x="0" y="867783"/>
              <a:ext cx="210630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2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(Clearly explain the problem, target users, key challenges, and your understanding of the problem)</a:t>
              </a:r>
              <a:endParaRPr/>
            </a:p>
          </p:txBody>
        </p:sp>
      </p:grp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FFE9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895421" w="1591860">
                <a:moveTo>
                  <a:pt x="0" y="0"/>
                </a:moveTo>
                <a:lnTo>
                  <a:pt x="1591860" y="0"/>
                </a:lnTo>
                <a:lnTo>
                  <a:pt x="1591860" y="895421"/>
                </a:lnTo>
                <a:lnTo>
                  <a:pt x="0" y="895421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0" name="Google Shape;130;p4"/>
          <p:cNvSpPr/>
          <p:nvPr/>
        </p:nvSpPr>
        <p:spPr>
          <a:xfrm>
            <a:off x="15808319" y="403203"/>
            <a:ext cx="1451134" cy="1449324"/>
          </a:xfrm>
          <a:custGeom>
            <a:rect b="b" l="l" r="r" t="t"/>
            <a:pathLst>
              <a:path extrusionOk="0" h="1932432" w="1934845">
                <a:moveTo>
                  <a:pt x="0" y="0"/>
                </a:moveTo>
                <a:lnTo>
                  <a:pt x="1934845" y="0"/>
                </a:lnTo>
                <a:lnTo>
                  <a:pt x="1934845" y="1932432"/>
                </a:lnTo>
                <a:lnTo>
                  <a:pt x="0" y="19324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65" l="0" r="-1" t="-61"/>
            </a:stretch>
          </a:blipFill>
          <a:ln>
            <a:noFill/>
          </a:ln>
        </p:spPr>
      </p:sp>
      <p:grpSp>
        <p:nvGrpSpPr>
          <p:cNvPr id="131" name="Google Shape;131;p4"/>
          <p:cNvGrpSpPr/>
          <p:nvPr/>
        </p:nvGrpSpPr>
        <p:grpSpPr>
          <a:xfrm>
            <a:off x="866775" y="423849"/>
            <a:ext cx="14979767" cy="1150137"/>
            <a:chOff x="0" y="-95250"/>
            <a:chExt cx="19973023" cy="1533517"/>
          </a:xfrm>
        </p:grpSpPr>
        <p:sp>
          <p:nvSpPr>
            <p:cNvPr id="132" name="Google Shape;132;p4"/>
            <p:cNvSpPr txBox="1"/>
            <p:nvPr/>
          </p:nvSpPr>
          <p:spPr>
            <a:xfrm>
              <a:off x="12700" y="-95250"/>
              <a:ext cx="19960323" cy="9630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212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2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Proposed Solution &amp; Innovation</a:t>
              </a:r>
              <a:endParaRPr/>
            </a:p>
          </p:txBody>
        </p:sp>
        <p:sp>
          <p:nvSpPr>
            <p:cNvPr id="133" name="Google Shape;133;p4"/>
            <p:cNvSpPr txBox="1"/>
            <p:nvPr/>
          </p:nvSpPr>
          <p:spPr>
            <a:xfrm>
              <a:off x="0" y="899533"/>
              <a:ext cx="19960323" cy="5387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6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(Explain the proposed solution, how it addresses the problem, and what makes it innovative or unique)</a:t>
              </a:r>
              <a:endParaRPr/>
            </a:p>
          </p:txBody>
        </p:sp>
      </p:grp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FFE9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895421" w="1591860">
                <a:moveTo>
                  <a:pt x="0" y="0"/>
                </a:moveTo>
                <a:lnTo>
                  <a:pt x="1591860" y="0"/>
                </a:lnTo>
                <a:lnTo>
                  <a:pt x="1591860" y="895421"/>
                </a:lnTo>
                <a:lnTo>
                  <a:pt x="0" y="895421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9" name="Google Shape;139;p5"/>
          <p:cNvSpPr/>
          <p:nvPr/>
        </p:nvSpPr>
        <p:spPr>
          <a:xfrm>
            <a:off x="15808319" y="403203"/>
            <a:ext cx="1451134" cy="1449324"/>
          </a:xfrm>
          <a:custGeom>
            <a:rect b="b" l="l" r="r" t="t"/>
            <a:pathLst>
              <a:path extrusionOk="0" h="1932432" w="1934845">
                <a:moveTo>
                  <a:pt x="0" y="0"/>
                </a:moveTo>
                <a:lnTo>
                  <a:pt x="1934845" y="0"/>
                </a:lnTo>
                <a:lnTo>
                  <a:pt x="1934845" y="1932432"/>
                </a:lnTo>
                <a:lnTo>
                  <a:pt x="0" y="19324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65" l="0" r="-1" t="-61"/>
            </a:stretch>
          </a:blipFill>
          <a:ln>
            <a:noFill/>
          </a:ln>
        </p:spPr>
      </p:sp>
      <p:grpSp>
        <p:nvGrpSpPr>
          <p:cNvPr id="140" name="Google Shape;140;p5"/>
          <p:cNvGrpSpPr/>
          <p:nvPr/>
        </p:nvGrpSpPr>
        <p:grpSpPr>
          <a:xfrm>
            <a:off x="866956" y="423849"/>
            <a:ext cx="14947563" cy="1152491"/>
            <a:chOff x="0" y="-95250"/>
            <a:chExt cx="19930085" cy="1536656"/>
          </a:xfrm>
        </p:grpSpPr>
        <p:sp>
          <p:nvSpPr>
            <p:cNvPr id="141" name="Google Shape;141;p5"/>
            <p:cNvSpPr txBox="1"/>
            <p:nvPr/>
          </p:nvSpPr>
          <p:spPr>
            <a:xfrm>
              <a:off x="0" y="-95250"/>
              <a:ext cx="19930085" cy="9630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212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2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Technical Implementation</a:t>
              </a:r>
              <a:endParaRPr/>
            </a:p>
          </p:txBody>
        </p:sp>
        <p:sp>
          <p:nvSpPr>
            <p:cNvPr id="142" name="Google Shape;142;p5"/>
            <p:cNvSpPr txBox="1"/>
            <p:nvPr/>
          </p:nvSpPr>
          <p:spPr>
            <a:xfrm>
              <a:off x="0" y="902672"/>
              <a:ext cx="19930085" cy="5387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6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(Describe the tech stack, architecture, workflow, and key technical components used to implement the solution)</a:t>
              </a:r>
              <a:endParaRPr/>
            </a:p>
          </p:txBody>
        </p:sp>
      </p:grp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FFE9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895421" w="1591860">
                <a:moveTo>
                  <a:pt x="0" y="0"/>
                </a:moveTo>
                <a:lnTo>
                  <a:pt x="1591860" y="0"/>
                </a:lnTo>
                <a:lnTo>
                  <a:pt x="1591860" y="895421"/>
                </a:lnTo>
                <a:lnTo>
                  <a:pt x="0" y="895421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8" name="Google Shape;148;p6"/>
          <p:cNvSpPr/>
          <p:nvPr/>
        </p:nvSpPr>
        <p:spPr>
          <a:xfrm>
            <a:off x="15808319" y="403203"/>
            <a:ext cx="1451134" cy="1449324"/>
          </a:xfrm>
          <a:custGeom>
            <a:rect b="b" l="l" r="r" t="t"/>
            <a:pathLst>
              <a:path extrusionOk="0" h="1932432" w="1934845">
                <a:moveTo>
                  <a:pt x="0" y="0"/>
                </a:moveTo>
                <a:lnTo>
                  <a:pt x="1934845" y="0"/>
                </a:lnTo>
                <a:lnTo>
                  <a:pt x="1934845" y="1932432"/>
                </a:lnTo>
                <a:lnTo>
                  <a:pt x="0" y="19324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65" l="0" r="-1" t="-61"/>
            </a:stretch>
          </a:blipFill>
          <a:ln>
            <a:noFill/>
          </a:ln>
        </p:spPr>
      </p:sp>
      <p:grpSp>
        <p:nvGrpSpPr>
          <p:cNvPr id="149" name="Google Shape;149;p6"/>
          <p:cNvGrpSpPr/>
          <p:nvPr/>
        </p:nvGrpSpPr>
        <p:grpSpPr>
          <a:xfrm>
            <a:off x="866956" y="424225"/>
            <a:ext cx="15797155" cy="1150899"/>
            <a:chOff x="0" y="-95250"/>
            <a:chExt cx="21062874" cy="1534533"/>
          </a:xfrm>
        </p:grpSpPr>
        <p:sp>
          <p:nvSpPr>
            <p:cNvPr id="150" name="Google Shape;150;p6"/>
            <p:cNvSpPr txBox="1"/>
            <p:nvPr/>
          </p:nvSpPr>
          <p:spPr>
            <a:xfrm>
              <a:off x="0" y="-95250"/>
              <a:ext cx="21062874" cy="9630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212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2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Impact &amp;  Feasibility</a:t>
              </a:r>
              <a:endParaRPr/>
            </a:p>
          </p:txBody>
        </p:sp>
        <p:sp>
          <p:nvSpPr>
            <p:cNvPr id="151" name="Google Shape;151;p6"/>
            <p:cNvSpPr txBox="1"/>
            <p:nvPr/>
          </p:nvSpPr>
          <p:spPr>
            <a:xfrm>
              <a:off x="0" y="918583"/>
              <a:ext cx="21062874" cy="5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995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(Describe the solution’s expected impact, feasibility, scalability, and real-world applicability)</a:t>
              </a:r>
              <a:endParaRPr/>
            </a:p>
          </p:txBody>
        </p:sp>
      </p:grp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FFE9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895421" w="1591860">
                <a:moveTo>
                  <a:pt x="0" y="0"/>
                </a:moveTo>
                <a:lnTo>
                  <a:pt x="1591860" y="0"/>
                </a:lnTo>
                <a:lnTo>
                  <a:pt x="1591860" y="895421"/>
                </a:lnTo>
                <a:lnTo>
                  <a:pt x="0" y="895421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7" name="Google Shape;157;p7"/>
          <p:cNvSpPr txBox="1"/>
          <p:nvPr/>
        </p:nvSpPr>
        <p:spPr>
          <a:xfrm>
            <a:off x="866956" y="403336"/>
            <a:ext cx="15797155" cy="7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212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References &amp; Research</a:t>
            </a:r>
            <a:endParaRPr/>
          </a:p>
        </p:txBody>
      </p:sp>
      <p:sp>
        <p:nvSpPr>
          <p:cNvPr id="158" name="Google Shape;158;p7"/>
          <p:cNvSpPr/>
          <p:nvPr/>
        </p:nvSpPr>
        <p:spPr>
          <a:xfrm>
            <a:off x="15808319" y="403203"/>
            <a:ext cx="1451134" cy="1449324"/>
          </a:xfrm>
          <a:custGeom>
            <a:rect b="b" l="l" r="r" t="t"/>
            <a:pathLst>
              <a:path extrusionOk="0" h="1932432" w="1934845">
                <a:moveTo>
                  <a:pt x="0" y="0"/>
                </a:moveTo>
                <a:lnTo>
                  <a:pt x="1934845" y="0"/>
                </a:lnTo>
                <a:lnTo>
                  <a:pt x="1934845" y="1932432"/>
                </a:lnTo>
                <a:lnTo>
                  <a:pt x="0" y="19324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65" l="0" r="-1" t="-61"/>
            </a:stretch>
          </a:blipFill>
          <a:ln>
            <a:noFill/>
          </a:ln>
        </p:spPr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